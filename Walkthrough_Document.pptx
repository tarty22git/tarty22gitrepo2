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Data Reconciliation &amp; Reporting Platform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Enterprise Application Architecture &amp; Walkthrough</a:t>
            </a:r>
          </a:p>
          <a:p>
            <a:r>
              <a:t>com.cth Package Architecture | Java 21 &amp; Spring Boot 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Core Features &amp; Capabilities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CSV / Excel Data Reconciliation Engine</a:t>
            </a:r>
          </a:p>
          <a:p>
            <a:r>
              <a:t>• Dynamic Query Builder &amp; Online SQL Reporting</a:t>
            </a:r>
          </a:p>
          <a:p>
            <a:r>
              <a:t>• Flexible Multi-DB Support (DB2 AS400, DB2 Win, Oracle, PostgreSQL, SQL Server)</a:t>
            </a:r>
          </a:p>
          <a:p>
            <a:r>
              <a:t>• Security &amp; User Lifecycle (LDAP/DB Auth, Lockout, 2FA Switch, Qwerty123$ Default)</a:t>
            </a:r>
          </a:p>
          <a:p>
            <a:r>
              <a:t>• Real-time WebSocket Dashboard &amp; OpenAPI / Swagger UI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Deployment &amp; Execution Scripts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Build Package: build.bat (Windows) / build.sh (Linux)</a:t>
            </a:r>
          </a:p>
          <a:p>
            <a:r>
              <a:t>• Start Application: start.bat / start.sh (runs with -Xmx8g max heap)</a:t>
            </a:r>
          </a:p>
          <a:p>
            <a:r>
              <a:t>• Stop Application: stop.bat / stop.sh</a:t>
            </a:r>
          </a:p>
          <a:p>
            <a:r>
              <a:t>• Cloud Containerization: Dockerfile &amp; Kubernetes Deployment Manifests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